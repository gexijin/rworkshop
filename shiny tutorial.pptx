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65" r:id="rId4"/>
    <p:sldId id="262" r:id="rId5"/>
    <p:sldId id="266" r:id="rId6"/>
    <p:sldId id="261" r:id="rId7"/>
    <p:sldId id="258" r:id="rId8"/>
    <p:sldId id="280" r:id="rId9"/>
    <p:sldId id="267" r:id="rId10"/>
    <p:sldId id="281" r:id="rId11"/>
    <p:sldId id="269" r:id="rId12"/>
    <p:sldId id="270" r:id="rId13"/>
    <p:sldId id="268" r:id="rId14"/>
    <p:sldId id="272" r:id="rId15"/>
    <p:sldId id="274" r:id="rId16"/>
    <p:sldId id="271" r:id="rId17"/>
    <p:sldId id="275" r:id="rId18"/>
    <p:sldId id="276" r:id="rId19"/>
    <p:sldId id="277" r:id="rId20"/>
    <p:sldId id="278" r:id="rId21"/>
    <p:sldId id="279" r:id="rId22"/>
    <p:sldId id="282" r:id="rId23"/>
    <p:sldId id="28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796DAB-9776-49C0-A1D1-F8C77D8D8203}" v="29" dt="2024-10-03T17:53:21.0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AB501-846C-A0B8-970A-D5FEBD0FC8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372F1C-4EC0-FEF4-4A48-77ABD8E29B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34165-4F61-4965-77DC-A3AB54254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50397-E374-4A40-B1D5-DC3E67D106B6}" type="datetimeFigureOut">
              <a:rPr lang="en-US" smtClean="0"/>
              <a:t>9/29/2024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96FFF-49F5-BCC1-1B3E-362E371FD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307209-AA40-ABE6-10F9-41ACB4497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A1855-508D-4976-AB7D-C454CDB45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783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A7FD5-563B-83EE-04FA-AB90A53D2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84EC5-D874-C562-BD0A-2F43E3443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40C97-2F76-EBA8-A7D5-86627ADD8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50397-E374-4A40-B1D5-DC3E67D106B6}" type="datetimeFigureOut">
              <a:rPr lang="en-US" smtClean="0"/>
              <a:t>9/29/2024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80567-6AC7-D770-5C19-4F7383250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07C7C-DB94-A28F-06B5-A4E6386CE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A1855-508D-4976-AB7D-C454CDB45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835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C8B34-A145-49B5-3912-734554DA5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801348-FE0D-8C4C-3796-CA2C8DB88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03B43-066F-6A51-45BE-CC2C143D0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50397-E374-4A40-B1D5-DC3E67D106B6}" type="datetimeFigureOut">
              <a:rPr lang="en-US" smtClean="0"/>
              <a:t>9/29/2024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F944CE-0160-C45C-86FD-962DA5616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171D5-E482-9ABE-5BC6-49224C058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A1855-508D-4976-AB7D-C454CDB45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79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EFA54-986A-47B4-983B-553D636D4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A7BEB-D360-FE2B-1FCD-DB8DCCD904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D4B88C-FA44-842A-DBAA-C0E49B635B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9E4320-AEDD-5172-C069-805C4EF1E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50397-E374-4A40-B1D5-DC3E67D106B6}" type="datetimeFigureOut">
              <a:rPr lang="en-US" smtClean="0"/>
              <a:t>9/29/2024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3177F4-FA29-0698-8134-D9B0D205C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AE615B-AA33-62DA-E849-CA1AE8568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A1855-508D-4976-AB7D-C454CDB45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262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71417-F89F-8496-BD06-4FA3DBFED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67BDF-4740-8E3A-315B-0929227E3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2555D6-141A-7220-6621-046C0F5E3A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9A7CDE-B220-95B8-9E9C-14C351C5CB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3FDE1B-E131-7A09-AFB6-FD8F7413C4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216FFB-A7F1-5998-A202-5E1B694A4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50397-E374-4A40-B1D5-DC3E67D106B6}" type="datetimeFigureOut">
              <a:rPr lang="en-US" smtClean="0"/>
              <a:t>9/29/2024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C92311-C987-FFB8-FBA7-C18259682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3388BB-B357-A200-9969-46AB6486D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A1855-508D-4976-AB7D-C454CDB45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336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6E6B3-8769-1531-A0C0-0BA4A18BF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4B523F-6FE5-370D-4155-502430112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50397-E374-4A40-B1D5-DC3E67D106B6}" type="datetimeFigureOut">
              <a:rPr lang="en-US" smtClean="0"/>
              <a:t>9/29/2024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7D4815-7340-DF52-3AC6-C6C1330C4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A987C3-4E05-88CD-D6BE-CC7F217E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A1855-508D-4976-AB7D-C454CDB45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889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64BAF9-571E-0360-1B0A-D2F55BAB2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50397-E374-4A40-B1D5-DC3E67D106B6}" type="datetimeFigureOut">
              <a:rPr lang="en-US" smtClean="0"/>
              <a:t>9/29/2024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4151F4-10BA-EFAB-277F-F44258472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435DD-E133-A898-8DFC-35417F21B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A1855-508D-4976-AB7D-C454CDB45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135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7062A-F216-EECE-51C2-5F2829E04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0A37C-C209-0F25-099F-10CD43986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041252-4882-685D-7D3D-B2D7CF5244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5EC735-FFCD-22B9-111F-45393EBB2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50397-E374-4A40-B1D5-DC3E67D106B6}" type="datetimeFigureOut">
              <a:rPr lang="en-US" smtClean="0"/>
              <a:t>9/29/2024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B5464D-C91E-BCF7-BA7E-BC173466D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B536B8-3D02-2A2E-A27A-FA1A5D1BD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A1855-508D-4976-AB7D-C454CDB45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203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C871C-8C25-E85E-B071-9392B5653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8EFC4E-EC05-950F-71B5-24BF2F85C7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6D760E-3FDC-BADC-8457-8B24E24D42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3D7C8-7904-FF24-3805-7D19B482F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50397-E374-4A40-B1D5-DC3E67D106B6}" type="datetimeFigureOut">
              <a:rPr lang="en-US" smtClean="0"/>
              <a:t>9/29/2024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1A6FD3-2884-80ED-C45C-48B98C8A5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0AFEF5-D520-72EE-0035-B4BC9669D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A1855-508D-4976-AB7D-C454CDB45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390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1BDA7-8B25-4722-ABBC-FC13A472D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DF6A43-6B30-FED3-EB81-223BE25D14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A0771-2946-E246-0D15-F325A760C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50397-E374-4A40-B1D5-DC3E67D106B6}" type="datetimeFigureOut">
              <a:rPr lang="en-US" smtClean="0"/>
              <a:t>9/29/2024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0DD31-5772-569F-0F8C-902369215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ADCE0-FD04-94BC-CE40-6E226F9E0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A1855-508D-4976-AB7D-C454CDB45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330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8F3EDF-EA09-1355-1D93-78E50E6D35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CFD4F6-D3E7-FDF7-BA00-395D14C25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76124-AE9F-8F7B-BE67-01CBB2794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50397-E374-4A40-B1D5-DC3E67D106B6}" type="datetimeFigureOut">
              <a:rPr lang="en-US" smtClean="0"/>
              <a:t>9/29/2024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A762A-42DD-7D10-513D-8E8E7F9A8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06B36-589F-A06B-DF74-624F99E73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A1855-508D-4976-AB7D-C454CDB45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911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05BF77-04DA-D4AF-3011-D8700FFE4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2ACE1E-9880-4273-00CF-4F61C1164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BEBCB-019B-7130-22E9-134C1B74AC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850397-E374-4A40-B1D5-DC3E67D106B6}" type="datetimeFigureOut">
              <a:rPr lang="en-US" smtClean="0"/>
              <a:t>9/29/2024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CC308-ADE1-774C-A440-8DD09A9B26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2B77D-5EBF-9743-D79F-16F1B15EB2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1A1855-508D-4976-AB7D-C454CDB45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131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ECFF1-7FB3-3C95-78F8-DF1E6700C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Shiny app for beginners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8984B-8BC8-A6D3-7453-81D49D276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/>
              <a:t>Xijin Ge @SDSU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Get ready:</a:t>
            </a:r>
          </a:p>
          <a:p>
            <a:r>
              <a:rPr lang="en-US" dirty="0"/>
              <a:t>Login to </a:t>
            </a:r>
            <a:r>
              <a:rPr lang="en-US" dirty="0" err="1"/>
              <a:t>Posit.cloud</a:t>
            </a:r>
            <a:r>
              <a:rPr lang="en-US" dirty="0"/>
              <a:t>   (Or start RStudio locally, update if needed)</a:t>
            </a:r>
          </a:p>
          <a:p>
            <a:r>
              <a:rPr lang="en-US" dirty="0" err="1"/>
              <a:t>install.packages</a:t>
            </a:r>
            <a:r>
              <a:rPr lang="en-US" dirty="0"/>
              <a:t>(“shiny”)</a:t>
            </a:r>
          </a:p>
          <a:p>
            <a:r>
              <a:rPr lang="en-US" dirty="0"/>
              <a:t>Login to Shinyapps.io</a:t>
            </a:r>
          </a:p>
          <a:p>
            <a:r>
              <a:rPr lang="en-US" dirty="0"/>
              <a:t>Copy files from  https://BIT.LY/SDSUshiny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93804F-2EEC-DC8C-9E0E-D17ABF5AA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0493" y="4679568"/>
            <a:ext cx="1813307" cy="1813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619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0EC04-0B2D-7108-661A-8459080E1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B06EC-D570-9BAE-B07F-BC047BE47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concepts</a:t>
            </a:r>
          </a:p>
          <a:p>
            <a:r>
              <a:rPr lang="en-US" dirty="0"/>
              <a:t>Example</a:t>
            </a:r>
          </a:p>
          <a:p>
            <a:r>
              <a:rPr lang="en-US" dirty="0"/>
              <a:t>Building an app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348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B8E23-3B31-0715-DECA-66C3053B67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/>
              <a:t>Everything in R is an object.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391513-8AE8-103D-ECE1-0601354ECD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682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C9B66-32B6-C163-B069-57B98F25A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311912"/>
            <a:ext cx="3429000" cy="1325563"/>
          </a:xfrm>
        </p:spPr>
        <p:txBody>
          <a:bodyPr/>
          <a:lstStyle/>
          <a:p>
            <a:r>
              <a:rPr lang="en-US" dirty="0"/>
              <a:t>R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2433A-6155-973B-0333-1D8BF9B81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3772412"/>
            <a:ext cx="4766187" cy="2402246"/>
          </a:xfrm>
        </p:spPr>
        <p:txBody>
          <a:bodyPr/>
          <a:lstStyle/>
          <a:p>
            <a:r>
              <a:rPr lang="en-US" dirty="0"/>
              <a:t>character</a:t>
            </a:r>
          </a:p>
          <a:p>
            <a:r>
              <a:rPr lang="en-US" dirty="0"/>
              <a:t>numeric </a:t>
            </a:r>
          </a:p>
          <a:p>
            <a:r>
              <a:rPr lang="en-US" dirty="0"/>
              <a:t>integer</a:t>
            </a:r>
          </a:p>
          <a:p>
            <a:r>
              <a:rPr lang="en-US" dirty="0"/>
              <a:t>logical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E76950E-3CFF-5A67-A0DC-E57046C073C9}"/>
              </a:ext>
            </a:extLst>
          </p:cNvPr>
          <p:cNvSpPr txBox="1">
            <a:spLocks/>
          </p:cNvSpPr>
          <p:nvPr/>
        </p:nvSpPr>
        <p:spPr>
          <a:xfrm>
            <a:off x="5909187" y="3637475"/>
            <a:ext cx="4766187" cy="2714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vectors</a:t>
            </a:r>
          </a:p>
          <a:p>
            <a:r>
              <a:rPr lang="en-US" dirty="0"/>
              <a:t>list </a:t>
            </a:r>
          </a:p>
          <a:p>
            <a:r>
              <a:rPr lang="en-US" dirty="0"/>
              <a:t>factor</a:t>
            </a:r>
          </a:p>
          <a:p>
            <a:r>
              <a:rPr lang="en-US" dirty="0"/>
              <a:t>matrix</a:t>
            </a:r>
          </a:p>
          <a:p>
            <a:r>
              <a:rPr lang="en-US" dirty="0"/>
              <a:t>data frame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FC04DB7-8347-7566-DCAA-2ADDD7181D18}"/>
              </a:ext>
            </a:extLst>
          </p:cNvPr>
          <p:cNvSpPr txBox="1">
            <a:spLocks/>
          </p:cNvSpPr>
          <p:nvPr/>
        </p:nvSpPr>
        <p:spPr>
          <a:xfrm>
            <a:off x="5621593" y="2244443"/>
            <a:ext cx="539053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data structures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5AE41E-AD54-11AC-D801-F145136F410E}"/>
              </a:ext>
            </a:extLst>
          </p:cNvPr>
          <p:cNvSpPr txBox="1"/>
          <p:nvPr/>
        </p:nvSpPr>
        <p:spPr>
          <a:xfrm>
            <a:off x="2576052" y="511277"/>
            <a:ext cx="60075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Data objects</a:t>
            </a:r>
          </a:p>
        </p:txBody>
      </p:sp>
    </p:spTree>
    <p:extLst>
      <p:ext uri="{BB962C8B-B14F-4D97-AF65-F5344CB8AC3E}">
        <p14:creationId xmlns:p14="http://schemas.microsoft.com/office/powerpoint/2010/main" val="3910099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AE441-DCBE-F75C-7946-CD4C898FA7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If it is not a data object, it must be a </a:t>
            </a:r>
            <a:r>
              <a:rPr lang="en-US" b="1" dirty="0"/>
              <a:t>function</a:t>
            </a:r>
            <a:r>
              <a:rPr lang="en-US" dirty="0"/>
              <a:t>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361C97-2D19-82E0-EA75-3B9F965C89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sz="4000" dirty="0"/>
          </a:p>
          <a:p>
            <a:r>
              <a:rPr lang="en-US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y </a:t>
            </a:r>
            <a:r>
              <a:rPr lang="en-US" sz="40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&lt;-</a:t>
            </a:r>
            <a:r>
              <a:rPr lang="en-US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400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sqrt</a:t>
            </a:r>
            <a:r>
              <a:rPr lang="en-US" sz="40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40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^</a:t>
            </a:r>
            <a:r>
              <a:rPr lang="en-US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5 </a:t>
            </a:r>
            <a:r>
              <a:rPr lang="en-US" sz="40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 4.3</a:t>
            </a:r>
            <a:r>
              <a:rPr lang="en-US" sz="40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94609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045E7-BA30-507A-862C-5B686513E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function can have many input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3D7D3-B29F-6C6F-86E8-CC534C924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4500" b="1" dirty="0">
                <a:latin typeface="Courier New" panose="02070309020205020404" pitchFamily="49" charset="0"/>
                <a:cs typeface="Courier New" panose="02070309020205020404" pitchFamily="49" charset="0"/>
              </a:rPr>
              <a:t>plot(</a:t>
            </a:r>
          </a:p>
          <a:p>
            <a:pPr marL="0" indent="0">
              <a:buNone/>
            </a:pPr>
            <a:r>
              <a:rPr lang="en-US" sz="4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x = 1:20,</a:t>
            </a:r>
          </a:p>
          <a:p>
            <a:pPr marL="0" indent="0">
              <a:buNone/>
            </a:pPr>
            <a:r>
              <a:rPr lang="en-US" sz="4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y = </a:t>
            </a:r>
            <a:r>
              <a:rPr lang="en-US" sz="4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rnorm</a:t>
            </a:r>
            <a:r>
              <a:rPr lang="en-US" sz="4500" b="1" dirty="0">
                <a:latin typeface="Courier New" panose="02070309020205020404" pitchFamily="49" charset="0"/>
                <a:cs typeface="Courier New" panose="02070309020205020404" pitchFamily="49" charset="0"/>
              </a:rPr>
              <a:t>(20),</a:t>
            </a:r>
          </a:p>
          <a:p>
            <a:pPr marL="0" indent="0">
              <a:buNone/>
            </a:pPr>
            <a:r>
              <a:rPr lang="en-US" sz="4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main = ”Just a plot”,</a:t>
            </a:r>
          </a:p>
          <a:p>
            <a:pPr marL="0" indent="0">
              <a:buNone/>
            </a:pPr>
            <a:r>
              <a:rPr lang="en-US" sz="4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las = 3,</a:t>
            </a:r>
          </a:p>
          <a:p>
            <a:pPr marL="0" indent="0">
              <a:buNone/>
            </a:pPr>
            <a:r>
              <a:rPr lang="en-US" sz="4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4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xlab</a:t>
            </a:r>
            <a:r>
              <a:rPr lang="en-US" sz="4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”x value”,</a:t>
            </a:r>
          </a:p>
          <a:p>
            <a:pPr marL="0" indent="0">
              <a:buNone/>
            </a:pPr>
            <a:r>
              <a:rPr lang="en-US" sz="4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4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ylab</a:t>
            </a:r>
            <a:r>
              <a:rPr lang="en-US" sz="4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”y value”</a:t>
            </a:r>
          </a:p>
          <a:p>
            <a:pPr marL="0" indent="0">
              <a:buNone/>
            </a:pPr>
            <a:r>
              <a:rPr lang="en-US" sz="45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155644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A5305-7FD4-D67D-10EF-9E3ADD237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Define your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EC560-2BF3-CC82-4F0D-0183D4211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0490"/>
            <a:ext cx="10515600" cy="502745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square &lt;- function(x){</a:t>
            </a:r>
          </a:p>
          <a:p>
            <a:pPr marL="0" indent="0">
              <a:buNone/>
            </a:pP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x^2</a:t>
            </a:r>
          </a:p>
          <a:p>
            <a:pPr marL="0" indent="0">
              <a:buNone/>
            </a:pP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726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A5305-7FD4-D67D-10EF-9E3ADD237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can take functions as input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EC560-2BF3-CC82-4F0D-0183D4211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0490"/>
            <a:ext cx="10515600" cy="502745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plots &lt;- function(</a:t>
            </a:r>
            <a:r>
              <a:rPr lang="en-US" sz="3200" b="1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fn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){ </a:t>
            </a:r>
          </a:p>
          <a:p>
            <a:pPr marL="0" indent="0">
              <a:buNone/>
            </a:pP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x &lt;- 1:50</a:t>
            </a:r>
          </a:p>
          <a:p>
            <a:pPr marL="0" indent="0">
              <a:buNone/>
            </a:pP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plot(x, </a:t>
            </a:r>
            <a:r>
              <a:rPr lang="en-US" sz="3200" b="1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fn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(x))</a:t>
            </a:r>
          </a:p>
          <a:p>
            <a:pPr marL="0" indent="0">
              <a:buNone/>
            </a:pP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plots(square)</a:t>
            </a:r>
          </a:p>
        </p:txBody>
      </p:sp>
    </p:spTree>
    <p:extLst>
      <p:ext uri="{BB962C8B-B14F-4D97-AF65-F5344CB8AC3E}">
        <p14:creationId xmlns:p14="http://schemas.microsoft.com/office/powerpoint/2010/main" val="3334637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D937C5-DF7A-86FC-3D21-E322451C8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909" y="168500"/>
            <a:ext cx="5609863" cy="6240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520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D9DF15-186A-BE01-F3CD-BFB8DECB1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017" y="1681499"/>
            <a:ext cx="11821983" cy="3087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758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ox showing ui, server and shinyApp sections of the Shiny app. ui = User interface which controls the layout and appearance of an app. server is the server function which constains instructions needed to build app. shinyApp() creates the Shiny app object.">
            <a:extLst>
              <a:ext uri="{FF2B5EF4-FFF2-40B4-BE49-F238E27FC236}">
                <a16:creationId xmlns:a16="http://schemas.microsoft.com/office/drawing/2014/main" id="{92B6B3F5-6263-135A-B5EA-85CEECFC2E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3" y="815131"/>
            <a:ext cx="12192000" cy="478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8923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Box highligtning the line of the app that says library(movies.Rdata) and indicating that it's the data used for this.">
            <a:extLst>
              <a:ext uri="{FF2B5EF4-FFF2-40B4-BE49-F238E27FC236}">
                <a16:creationId xmlns:a16="http://schemas.microsoft.com/office/drawing/2014/main" id="{DDA8D196-3351-B3E3-3CFC-E0C3FD994A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769" y="642153"/>
            <a:ext cx="12192000" cy="529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5399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C30AFB-70FB-771D-CEFC-78618CCAC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2517"/>
            <a:ext cx="12193284" cy="5775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781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Showing the different sections of the Shiny app. The left portion with the variables is the sidebar and the right section with the plot is the main panel.">
            <a:extLst>
              <a:ext uri="{FF2B5EF4-FFF2-40B4-BE49-F238E27FC236}">
                <a16:creationId xmlns:a16="http://schemas.microsoft.com/office/drawing/2014/main" id="{0BEBCE64-5603-3451-69DB-67490F011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4313"/>
            <a:ext cx="12192000" cy="6427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0522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A0A2A1-B6C9-B0F8-3F9D-0CFFA4151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151" y="601884"/>
            <a:ext cx="8439482" cy="3452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0301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Arrow pointing to line of code in the Shiny app that says 'plotOutput(outputId = 'scatterplot')' and says Create a main panel containing output elements that get created in the server function.">
            <a:extLst>
              <a:ext uri="{FF2B5EF4-FFF2-40B4-BE49-F238E27FC236}">
                <a16:creationId xmlns:a16="http://schemas.microsoft.com/office/drawing/2014/main" id="{6F7655F4-18D7-2803-9C9C-07C0FEFDF2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0980"/>
            <a:ext cx="12049246" cy="5986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3974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Arrows pointing from the section of code in the 'ui' section with the y and x variables to the section in the 'server' section where it defines the inputs as x=input$x and y=input$y.">
            <a:extLst>
              <a:ext uri="{FF2B5EF4-FFF2-40B4-BE49-F238E27FC236}">
                <a16:creationId xmlns:a16="http://schemas.microsoft.com/office/drawing/2014/main" id="{6ACF3EE9-EC6A-BCDC-8775-DA46C7A28B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75" y="0"/>
            <a:ext cx="104568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08354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Arrows pointing from the 'plotOutput' and 'scatterplot' sections of the code in the 'ui' section to the 'output$scatterplot &lt;- renderPlot({' line in the 'server' section.">
            <a:extLst>
              <a:ext uri="{FF2B5EF4-FFF2-40B4-BE49-F238E27FC236}">
                <a16:creationId xmlns:a16="http://schemas.microsoft.com/office/drawing/2014/main" id="{FC593E88-F37A-6B6E-1DF0-C2B59E7BEE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15" r="-252"/>
          <a:stretch/>
        </p:blipFill>
        <p:spPr bwMode="auto">
          <a:xfrm>
            <a:off x="2257746" y="254643"/>
            <a:ext cx="7951124" cy="5862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93076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Arrows showing the flow of information from input to output in a Shiny app. 'input$x' creates your own reactive values. That goes to the Update button that goes to 'expression()'. 'expression()' goes to 'output$y' which renders the reactive output.">
            <a:extLst>
              <a:ext uri="{FF2B5EF4-FFF2-40B4-BE49-F238E27FC236}">
                <a16:creationId xmlns:a16="http://schemas.microsoft.com/office/drawing/2014/main" id="{A96AC7D1-9FBC-13A5-1E99-F7AE92A9D6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57413"/>
            <a:ext cx="121920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51101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A Google spreadsheet with '100' in row 3, column B and '=B3*2' in row 3, column C.">
            <a:extLst>
              <a:ext uri="{FF2B5EF4-FFF2-40B4-BE49-F238E27FC236}">
                <a16:creationId xmlns:a16="http://schemas.microsoft.com/office/drawing/2014/main" id="{0DAF6778-CC64-6913-9BB7-86A145BA8A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3358" y="0"/>
            <a:ext cx="81216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99A9F8F-C6AB-A041-B5B9-E1B3DD577239}"/>
              </a:ext>
            </a:extLst>
          </p:cNvPr>
          <p:cNvSpPr txBox="1"/>
          <p:nvPr/>
        </p:nvSpPr>
        <p:spPr>
          <a:xfrm>
            <a:off x="335666" y="1284790"/>
            <a:ext cx="1770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Reactivity</a:t>
            </a:r>
          </a:p>
        </p:txBody>
      </p:sp>
    </p:spTree>
    <p:extLst>
      <p:ext uri="{BB962C8B-B14F-4D97-AF65-F5344CB8AC3E}">
        <p14:creationId xmlns:p14="http://schemas.microsoft.com/office/powerpoint/2010/main" val="39908077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The reactlog in diagram form for the previous section.">
            <a:extLst>
              <a:ext uri="{FF2B5EF4-FFF2-40B4-BE49-F238E27FC236}">
                <a16:creationId xmlns:a16="http://schemas.microsoft.com/office/drawing/2014/main" id="{48047F38-5E0B-DFFA-0CB4-581008405D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561"/>
          <a:stretch/>
        </p:blipFill>
        <p:spPr bwMode="auto">
          <a:xfrm>
            <a:off x="1257742" y="2326511"/>
            <a:ext cx="10253663" cy="4693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AD5F8C5-2D82-3C9C-39AD-C4A6CB03FDA2}"/>
              </a:ext>
            </a:extLst>
          </p:cNvPr>
          <p:cNvSpPr txBox="1"/>
          <p:nvPr/>
        </p:nvSpPr>
        <p:spPr>
          <a:xfrm>
            <a:off x="729205" y="381965"/>
            <a:ext cx="516230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Reactivity logic can be complex: </a:t>
            </a:r>
          </a:p>
          <a:p>
            <a:r>
              <a:rPr lang="en-US" sz="4000" dirty="0" err="1"/>
              <a:t>Reactlog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3049612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C38ED-F032-575E-1293-8E38F509F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0E0CC-1998-CD9B-10FD-1EC5EFDD2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from an example. Modify to suit your needs.</a:t>
            </a:r>
          </a:p>
          <a:p>
            <a:r>
              <a:rPr lang="en-US" dirty="0"/>
              <a:t>Add UI elements first. Test then change the server logic. </a:t>
            </a:r>
          </a:p>
          <a:p>
            <a:r>
              <a:rPr lang="en-US" dirty="0"/>
              <a:t>Use the browser() function to debug. </a:t>
            </a:r>
          </a:p>
          <a:p>
            <a:r>
              <a:rPr lang="en-US" dirty="0"/>
              <a:t>Generate plots in another window. </a:t>
            </a:r>
            <a:r>
              <a:rPr lang="en-US" dirty="0" err="1"/>
              <a:t>Transpl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63759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6ADDC-9C23-B597-60BE-980434917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Shiny apps are for others to use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E249D-9F64-5F09-C873-F276928B1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Curse of knowledge</a:t>
            </a:r>
          </a:p>
          <a:p>
            <a:r>
              <a:rPr lang="en-US" dirty="0"/>
              <a:t>Assume others are stupid and lazy</a:t>
            </a:r>
          </a:p>
        </p:txBody>
      </p:sp>
    </p:spTree>
    <p:extLst>
      <p:ext uri="{BB962C8B-B14F-4D97-AF65-F5344CB8AC3E}">
        <p14:creationId xmlns:p14="http://schemas.microsoft.com/office/powerpoint/2010/main" val="279362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5969</TotalTime>
  <Words>258</Words>
  <Application>Microsoft Office PowerPoint</Application>
  <PresentationFormat>Widescreen</PresentationFormat>
  <Paragraphs>59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Courier New</vt:lpstr>
      <vt:lpstr>Office Theme</vt:lpstr>
      <vt:lpstr>Shiny app for beginners</vt:lpstr>
      <vt:lpstr>PowerPoint Presentation</vt:lpstr>
      <vt:lpstr>Everything in R is an object.</vt:lpstr>
      <vt:lpstr>R data types</vt:lpstr>
      <vt:lpstr>If it is not a data object, it must be a function.</vt:lpstr>
      <vt:lpstr>A function can have many input parameters</vt:lpstr>
      <vt:lpstr>Define your function</vt:lpstr>
      <vt:lpstr>Functions can take functions as input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Practical considerations</vt:lpstr>
      <vt:lpstr>Shiny apps are for others to use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Ge, Xijin</dc:creator>
  <cp:lastModifiedBy>Ge, Xijin</cp:lastModifiedBy>
  <cp:revision>2</cp:revision>
  <dcterms:created xsi:type="dcterms:W3CDTF">2024-09-29T18:10:03Z</dcterms:created>
  <dcterms:modified xsi:type="dcterms:W3CDTF">2024-10-03T22:49:53Z</dcterms:modified>
</cp:coreProperties>
</file>